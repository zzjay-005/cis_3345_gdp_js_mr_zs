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sldIdLst>
    <p:sldId id="256" r:id="rId5"/>
    <p:sldId id="257" r:id="rId6"/>
    <p:sldId id="258" r:id="rId7"/>
    <p:sldId id="259" r:id="rId8"/>
    <p:sldId id="260" r:id="rId9"/>
    <p:sldId id="261" r:id="rId10"/>
    <p:sldId id="265" r:id="rId11"/>
    <p:sldId id="262"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BAC1D5-F1DD-EC2D-3EB6-1DE0A62709FA}" v="1026" dt="2025-12-11T19:22:46.621"/>
    <p1510:client id="{E6519CC8-7B17-B04F-B255-EA47F7732233}" v="1" dt="2025-12-11T19:40:28.355"/>
    <p1510:client id="{EF3352C4-67DF-4045-A3AE-B806686F414C}" v="7" dt="2025-12-11T18:19:24.3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0"/>
    <p:restoredTop sz="94668"/>
  </p:normalViewPr>
  <p:slideViewPr>
    <p:cSldViewPr snapToGrid="0">
      <p:cViewPr varScale="1">
        <p:scale>
          <a:sx n="105" d="100"/>
          <a:sy n="105" d="100"/>
        </p:scale>
        <p:origin x="50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24F69C-8D76-4580-843B-30F1BA738431}" type="doc">
      <dgm:prSet loTypeId="urn:microsoft.com/office/officeart/2008/layout/LinedList" loCatId="list" qsTypeId="urn:microsoft.com/office/officeart/2005/8/quickstyle/simple1" qsCatId="simple" csTypeId="urn:microsoft.com/office/officeart/2005/8/colors/colorful5" csCatId="colorful"/>
      <dgm:spPr/>
      <dgm:t>
        <a:bodyPr/>
        <a:lstStyle/>
        <a:p>
          <a:endParaRPr lang="en-US"/>
        </a:p>
      </dgm:t>
    </dgm:pt>
    <dgm:pt modelId="{129E8E56-1DD5-41EC-AC07-5B54D113F4E6}">
      <dgm:prSet/>
      <dgm:spPr/>
      <dgm:t>
        <a:bodyPr/>
        <a:lstStyle/>
        <a:p>
          <a:pPr rtl="0"/>
          <a:r>
            <a:rPr lang="en-US">
              <a:latin typeface="Grandview Display"/>
            </a:rPr>
            <a:t>Concept Case</a:t>
          </a:r>
          <a:endParaRPr lang="en-US"/>
        </a:p>
      </dgm:t>
    </dgm:pt>
    <dgm:pt modelId="{844C3635-A358-4BE9-8B77-B8F1752D1F92}" type="parTrans" cxnId="{2806973F-86DE-44CA-A3D7-F617D4E6AD2E}">
      <dgm:prSet/>
      <dgm:spPr/>
      <dgm:t>
        <a:bodyPr/>
        <a:lstStyle/>
        <a:p>
          <a:endParaRPr lang="en-US"/>
        </a:p>
      </dgm:t>
    </dgm:pt>
    <dgm:pt modelId="{3D14A071-337C-4B09-97E6-FD469ED9A6FD}" type="sibTrans" cxnId="{2806973F-86DE-44CA-A3D7-F617D4E6AD2E}">
      <dgm:prSet/>
      <dgm:spPr/>
      <dgm:t>
        <a:bodyPr/>
        <a:lstStyle/>
        <a:p>
          <a:endParaRPr lang="en-US"/>
        </a:p>
      </dgm:t>
    </dgm:pt>
    <dgm:pt modelId="{E3C73086-CA0C-43E2-AC73-291273D1EF2E}">
      <dgm:prSet/>
      <dgm:spPr/>
      <dgm:t>
        <a:bodyPr/>
        <a:lstStyle/>
        <a:p>
          <a:r>
            <a:rPr lang="en-US"/>
            <a:t>Tools</a:t>
          </a:r>
        </a:p>
      </dgm:t>
    </dgm:pt>
    <dgm:pt modelId="{FCDDB77F-9A9F-4992-87C1-A623E7DB035A}" type="parTrans" cxnId="{21F156EA-F98B-4CA0-B5DE-E31E840C4127}">
      <dgm:prSet/>
      <dgm:spPr/>
      <dgm:t>
        <a:bodyPr/>
        <a:lstStyle/>
        <a:p>
          <a:endParaRPr lang="en-US"/>
        </a:p>
      </dgm:t>
    </dgm:pt>
    <dgm:pt modelId="{F7AED7E9-2E1B-45B5-9B94-0E895B62B391}" type="sibTrans" cxnId="{21F156EA-F98B-4CA0-B5DE-E31E840C4127}">
      <dgm:prSet/>
      <dgm:spPr/>
      <dgm:t>
        <a:bodyPr/>
        <a:lstStyle/>
        <a:p>
          <a:endParaRPr lang="en-US"/>
        </a:p>
      </dgm:t>
    </dgm:pt>
    <dgm:pt modelId="{86FE4F14-78B3-49BA-AE12-2A3480CA439E}">
      <dgm:prSet/>
      <dgm:spPr/>
      <dgm:t>
        <a:bodyPr/>
        <a:lstStyle/>
        <a:p>
          <a:r>
            <a:rPr lang="en-US">
              <a:latin typeface="Grandview Display"/>
            </a:rPr>
            <a:t>Analysis</a:t>
          </a:r>
          <a:endParaRPr lang="en-US"/>
        </a:p>
      </dgm:t>
    </dgm:pt>
    <dgm:pt modelId="{0E9896D6-DFE4-41A1-9BDF-7F49B91E8BFA}" type="parTrans" cxnId="{21F240E5-FE93-48DA-9400-61C49BC8B079}">
      <dgm:prSet/>
      <dgm:spPr/>
      <dgm:t>
        <a:bodyPr/>
        <a:lstStyle/>
        <a:p>
          <a:endParaRPr lang="en-US"/>
        </a:p>
      </dgm:t>
    </dgm:pt>
    <dgm:pt modelId="{9120A77E-303B-4587-B9D2-8C030D69C72D}" type="sibTrans" cxnId="{21F240E5-FE93-48DA-9400-61C49BC8B079}">
      <dgm:prSet/>
      <dgm:spPr/>
      <dgm:t>
        <a:bodyPr/>
        <a:lstStyle/>
        <a:p>
          <a:endParaRPr lang="en-US"/>
        </a:p>
      </dgm:t>
    </dgm:pt>
    <dgm:pt modelId="{A6367207-1DC3-4301-B5AA-0283A051902B}">
      <dgm:prSet/>
      <dgm:spPr/>
      <dgm:t>
        <a:bodyPr/>
        <a:lstStyle/>
        <a:p>
          <a:r>
            <a:rPr lang="en-US">
              <a:latin typeface="Grandview Display"/>
            </a:rPr>
            <a:t>Results</a:t>
          </a:r>
          <a:endParaRPr lang="en-US"/>
        </a:p>
      </dgm:t>
    </dgm:pt>
    <dgm:pt modelId="{893D967A-2462-4899-B18A-DE0893216A25}" type="parTrans" cxnId="{2C6ED92C-99B2-4632-BCB8-E23BE05019D6}">
      <dgm:prSet/>
      <dgm:spPr/>
      <dgm:t>
        <a:bodyPr/>
        <a:lstStyle/>
        <a:p>
          <a:endParaRPr lang="en-US"/>
        </a:p>
      </dgm:t>
    </dgm:pt>
    <dgm:pt modelId="{76767005-1800-42BE-8D94-9B41553AB47E}" type="sibTrans" cxnId="{2C6ED92C-99B2-4632-BCB8-E23BE05019D6}">
      <dgm:prSet/>
      <dgm:spPr/>
      <dgm:t>
        <a:bodyPr/>
        <a:lstStyle/>
        <a:p>
          <a:endParaRPr lang="en-US"/>
        </a:p>
      </dgm:t>
    </dgm:pt>
    <dgm:pt modelId="{2F481948-E2CB-4355-8797-EC24CB920F06}">
      <dgm:prSet/>
      <dgm:spPr/>
      <dgm:t>
        <a:bodyPr/>
        <a:lstStyle/>
        <a:p>
          <a:r>
            <a:rPr lang="en-US"/>
            <a:t>Roles</a:t>
          </a:r>
        </a:p>
      </dgm:t>
    </dgm:pt>
    <dgm:pt modelId="{E8ADC259-66D2-4809-8C5B-013A8276A0D2}" type="parTrans" cxnId="{653824DD-2EAC-47BD-B04F-F6B2F0C8C97C}">
      <dgm:prSet/>
      <dgm:spPr/>
      <dgm:t>
        <a:bodyPr/>
        <a:lstStyle/>
        <a:p>
          <a:endParaRPr lang="en-US"/>
        </a:p>
      </dgm:t>
    </dgm:pt>
    <dgm:pt modelId="{7D799711-0A5F-4B00-B258-0F0183857D93}" type="sibTrans" cxnId="{653824DD-2EAC-47BD-B04F-F6B2F0C8C97C}">
      <dgm:prSet/>
      <dgm:spPr/>
      <dgm:t>
        <a:bodyPr/>
        <a:lstStyle/>
        <a:p>
          <a:endParaRPr lang="en-US"/>
        </a:p>
      </dgm:t>
    </dgm:pt>
    <dgm:pt modelId="{DD171E66-8D09-4306-96C8-0F6B062129F9}">
      <dgm:prSet/>
      <dgm:spPr/>
      <dgm:t>
        <a:bodyPr/>
        <a:lstStyle/>
        <a:p>
          <a:r>
            <a:rPr lang="en-US"/>
            <a:t>References </a:t>
          </a:r>
        </a:p>
      </dgm:t>
    </dgm:pt>
    <dgm:pt modelId="{EB45C09D-C213-4146-A98A-6121A5C7178D}" type="parTrans" cxnId="{72F97826-C1B3-4A74-8641-7F6DC54B8A9D}">
      <dgm:prSet/>
      <dgm:spPr/>
      <dgm:t>
        <a:bodyPr/>
        <a:lstStyle/>
        <a:p>
          <a:endParaRPr lang="en-US"/>
        </a:p>
      </dgm:t>
    </dgm:pt>
    <dgm:pt modelId="{8486B456-8A75-4798-AA8F-4FFAA68F1C53}" type="sibTrans" cxnId="{72F97826-C1B3-4A74-8641-7F6DC54B8A9D}">
      <dgm:prSet/>
      <dgm:spPr/>
      <dgm:t>
        <a:bodyPr/>
        <a:lstStyle/>
        <a:p>
          <a:endParaRPr lang="en-US"/>
        </a:p>
      </dgm:t>
    </dgm:pt>
    <dgm:pt modelId="{26BD0CBC-DB18-4294-B116-DC0D231D403B}" type="pres">
      <dgm:prSet presAssocID="{D024F69C-8D76-4580-843B-30F1BA738431}" presName="vert0" presStyleCnt="0">
        <dgm:presLayoutVars>
          <dgm:dir/>
          <dgm:animOne val="branch"/>
          <dgm:animLvl val="lvl"/>
        </dgm:presLayoutVars>
      </dgm:prSet>
      <dgm:spPr/>
    </dgm:pt>
    <dgm:pt modelId="{8C2E5866-5273-4FF8-B247-8BB56A3C18B8}" type="pres">
      <dgm:prSet presAssocID="{129E8E56-1DD5-41EC-AC07-5B54D113F4E6}" presName="thickLine" presStyleLbl="alignNode1" presStyleIdx="0" presStyleCnt="6"/>
      <dgm:spPr/>
    </dgm:pt>
    <dgm:pt modelId="{B9C9C530-78A6-46E5-8BDD-F542ADE9644B}" type="pres">
      <dgm:prSet presAssocID="{129E8E56-1DD5-41EC-AC07-5B54D113F4E6}" presName="horz1" presStyleCnt="0"/>
      <dgm:spPr/>
    </dgm:pt>
    <dgm:pt modelId="{5342FD80-8E6A-437A-B440-95A345E44870}" type="pres">
      <dgm:prSet presAssocID="{129E8E56-1DD5-41EC-AC07-5B54D113F4E6}" presName="tx1" presStyleLbl="revTx" presStyleIdx="0" presStyleCnt="6"/>
      <dgm:spPr/>
    </dgm:pt>
    <dgm:pt modelId="{137AF4CA-C24A-42D3-8E9C-D807FEEE5F81}" type="pres">
      <dgm:prSet presAssocID="{129E8E56-1DD5-41EC-AC07-5B54D113F4E6}" presName="vert1" presStyleCnt="0"/>
      <dgm:spPr/>
    </dgm:pt>
    <dgm:pt modelId="{A491550B-C3C9-4EC2-9994-5192B771A0CD}" type="pres">
      <dgm:prSet presAssocID="{E3C73086-CA0C-43E2-AC73-291273D1EF2E}" presName="thickLine" presStyleLbl="alignNode1" presStyleIdx="1" presStyleCnt="6"/>
      <dgm:spPr/>
    </dgm:pt>
    <dgm:pt modelId="{E0DBA25D-D283-4ED6-883C-A8CD42B0AA93}" type="pres">
      <dgm:prSet presAssocID="{E3C73086-CA0C-43E2-AC73-291273D1EF2E}" presName="horz1" presStyleCnt="0"/>
      <dgm:spPr/>
    </dgm:pt>
    <dgm:pt modelId="{E8965721-DECE-4684-A5B1-A35F64698EAC}" type="pres">
      <dgm:prSet presAssocID="{E3C73086-CA0C-43E2-AC73-291273D1EF2E}" presName="tx1" presStyleLbl="revTx" presStyleIdx="1" presStyleCnt="6"/>
      <dgm:spPr/>
    </dgm:pt>
    <dgm:pt modelId="{B1C1F779-3681-413A-BFE0-390E2A3AE603}" type="pres">
      <dgm:prSet presAssocID="{E3C73086-CA0C-43E2-AC73-291273D1EF2E}" presName="vert1" presStyleCnt="0"/>
      <dgm:spPr/>
    </dgm:pt>
    <dgm:pt modelId="{6B2F3DA3-A9BF-4FFB-A055-86BAF0B82106}" type="pres">
      <dgm:prSet presAssocID="{86FE4F14-78B3-49BA-AE12-2A3480CA439E}" presName="thickLine" presStyleLbl="alignNode1" presStyleIdx="2" presStyleCnt="6"/>
      <dgm:spPr/>
    </dgm:pt>
    <dgm:pt modelId="{0C0A4220-60C9-42CC-B75A-57C2E3593D36}" type="pres">
      <dgm:prSet presAssocID="{86FE4F14-78B3-49BA-AE12-2A3480CA439E}" presName="horz1" presStyleCnt="0"/>
      <dgm:spPr/>
    </dgm:pt>
    <dgm:pt modelId="{AF1E9F25-359E-4E91-BB20-376DC4032FF4}" type="pres">
      <dgm:prSet presAssocID="{86FE4F14-78B3-49BA-AE12-2A3480CA439E}" presName="tx1" presStyleLbl="revTx" presStyleIdx="2" presStyleCnt="6"/>
      <dgm:spPr/>
    </dgm:pt>
    <dgm:pt modelId="{C495FD68-406B-4689-9DD2-F1602AAC0E6C}" type="pres">
      <dgm:prSet presAssocID="{86FE4F14-78B3-49BA-AE12-2A3480CA439E}" presName="vert1" presStyleCnt="0"/>
      <dgm:spPr/>
    </dgm:pt>
    <dgm:pt modelId="{EBE9CDB6-AFFE-4F1C-B09F-C095974E1EB5}" type="pres">
      <dgm:prSet presAssocID="{A6367207-1DC3-4301-B5AA-0283A051902B}" presName="thickLine" presStyleLbl="alignNode1" presStyleIdx="3" presStyleCnt="6"/>
      <dgm:spPr/>
    </dgm:pt>
    <dgm:pt modelId="{A5EB3385-CE14-4BC9-AC0C-2D3D8549E63E}" type="pres">
      <dgm:prSet presAssocID="{A6367207-1DC3-4301-B5AA-0283A051902B}" presName="horz1" presStyleCnt="0"/>
      <dgm:spPr/>
    </dgm:pt>
    <dgm:pt modelId="{ED42ED75-6593-400E-AA2D-852D21838F5C}" type="pres">
      <dgm:prSet presAssocID="{A6367207-1DC3-4301-B5AA-0283A051902B}" presName="tx1" presStyleLbl="revTx" presStyleIdx="3" presStyleCnt="6"/>
      <dgm:spPr/>
    </dgm:pt>
    <dgm:pt modelId="{094BD8D3-591C-4B1E-8161-31F9373FD0E5}" type="pres">
      <dgm:prSet presAssocID="{A6367207-1DC3-4301-B5AA-0283A051902B}" presName="vert1" presStyleCnt="0"/>
      <dgm:spPr/>
    </dgm:pt>
    <dgm:pt modelId="{E4BBC831-9952-48B5-9925-E714EA7E1200}" type="pres">
      <dgm:prSet presAssocID="{2F481948-E2CB-4355-8797-EC24CB920F06}" presName="thickLine" presStyleLbl="alignNode1" presStyleIdx="4" presStyleCnt="6"/>
      <dgm:spPr/>
    </dgm:pt>
    <dgm:pt modelId="{4AF78D3D-B5D8-4588-9474-D58ADC12D7A4}" type="pres">
      <dgm:prSet presAssocID="{2F481948-E2CB-4355-8797-EC24CB920F06}" presName="horz1" presStyleCnt="0"/>
      <dgm:spPr/>
    </dgm:pt>
    <dgm:pt modelId="{039CBD0A-9A42-4993-9170-0B931375876A}" type="pres">
      <dgm:prSet presAssocID="{2F481948-E2CB-4355-8797-EC24CB920F06}" presName="tx1" presStyleLbl="revTx" presStyleIdx="4" presStyleCnt="6"/>
      <dgm:spPr/>
    </dgm:pt>
    <dgm:pt modelId="{0953C03F-45D7-4B75-92C6-3B7DE3B3BDD1}" type="pres">
      <dgm:prSet presAssocID="{2F481948-E2CB-4355-8797-EC24CB920F06}" presName="vert1" presStyleCnt="0"/>
      <dgm:spPr/>
    </dgm:pt>
    <dgm:pt modelId="{83F72342-AE4F-436D-B85D-78AD34A37E1A}" type="pres">
      <dgm:prSet presAssocID="{DD171E66-8D09-4306-96C8-0F6B062129F9}" presName="thickLine" presStyleLbl="alignNode1" presStyleIdx="5" presStyleCnt="6"/>
      <dgm:spPr/>
    </dgm:pt>
    <dgm:pt modelId="{6A36D206-9402-42A8-923E-6B271B9C0CB5}" type="pres">
      <dgm:prSet presAssocID="{DD171E66-8D09-4306-96C8-0F6B062129F9}" presName="horz1" presStyleCnt="0"/>
      <dgm:spPr/>
    </dgm:pt>
    <dgm:pt modelId="{93FCCC6C-0512-4598-BB23-73B3D4A637B6}" type="pres">
      <dgm:prSet presAssocID="{DD171E66-8D09-4306-96C8-0F6B062129F9}" presName="tx1" presStyleLbl="revTx" presStyleIdx="5" presStyleCnt="6"/>
      <dgm:spPr/>
    </dgm:pt>
    <dgm:pt modelId="{CB06244F-3FBC-411E-9F42-3141B006D11C}" type="pres">
      <dgm:prSet presAssocID="{DD171E66-8D09-4306-96C8-0F6B062129F9}" presName="vert1" presStyleCnt="0"/>
      <dgm:spPr/>
    </dgm:pt>
  </dgm:ptLst>
  <dgm:cxnLst>
    <dgm:cxn modelId="{72F97826-C1B3-4A74-8641-7F6DC54B8A9D}" srcId="{D024F69C-8D76-4580-843B-30F1BA738431}" destId="{DD171E66-8D09-4306-96C8-0F6B062129F9}" srcOrd="5" destOrd="0" parTransId="{EB45C09D-C213-4146-A98A-6121A5C7178D}" sibTransId="{8486B456-8A75-4798-AA8F-4FFAA68F1C53}"/>
    <dgm:cxn modelId="{2C6ED92C-99B2-4632-BCB8-E23BE05019D6}" srcId="{D024F69C-8D76-4580-843B-30F1BA738431}" destId="{A6367207-1DC3-4301-B5AA-0283A051902B}" srcOrd="3" destOrd="0" parTransId="{893D967A-2462-4899-B18A-DE0893216A25}" sibTransId="{76767005-1800-42BE-8D94-9B41553AB47E}"/>
    <dgm:cxn modelId="{2806973F-86DE-44CA-A3D7-F617D4E6AD2E}" srcId="{D024F69C-8D76-4580-843B-30F1BA738431}" destId="{129E8E56-1DD5-41EC-AC07-5B54D113F4E6}" srcOrd="0" destOrd="0" parTransId="{844C3635-A358-4BE9-8B77-B8F1752D1F92}" sibTransId="{3D14A071-337C-4B09-97E6-FD469ED9A6FD}"/>
    <dgm:cxn modelId="{9D9AAE40-C301-4317-8940-F078E8513DA7}" type="presOf" srcId="{86FE4F14-78B3-49BA-AE12-2A3480CA439E}" destId="{AF1E9F25-359E-4E91-BB20-376DC4032FF4}" srcOrd="0" destOrd="0" presId="urn:microsoft.com/office/officeart/2008/layout/LinedList"/>
    <dgm:cxn modelId="{CEF11757-8ACF-4F2B-B606-144B31FACE22}" type="presOf" srcId="{DD171E66-8D09-4306-96C8-0F6B062129F9}" destId="{93FCCC6C-0512-4598-BB23-73B3D4A637B6}" srcOrd="0" destOrd="0" presId="urn:microsoft.com/office/officeart/2008/layout/LinedList"/>
    <dgm:cxn modelId="{C1D32D6F-41DE-4305-8FD8-038BB7107DC4}" type="presOf" srcId="{D024F69C-8D76-4580-843B-30F1BA738431}" destId="{26BD0CBC-DB18-4294-B116-DC0D231D403B}" srcOrd="0" destOrd="0" presId="urn:microsoft.com/office/officeart/2008/layout/LinedList"/>
    <dgm:cxn modelId="{5791FA7F-B883-455B-B77B-63146F595418}" type="presOf" srcId="{A6367207-1DC3-4301-B5AA-0283A051902B}" destId="{ED42ED75-6593-400E-AA2D-852D21838F5C}" srcOrd="0" destOrd="0" presId="urn:microsoft.com/office/officeart/2008/layout/LinedList"/>
    <dgm:cxn modelId="{145F0E8A-6D7D-4C17-BF53-3ACE18BB06EE}" type="presOf" srcId="{E3C73086-CA0C-43E2-AC73-291273D1EF2E}" destId="{E8965721-DECE-4684-A5B1-A35F64698EAC}" srcOrd="0" destOrd="0" presId="urn:microsoft.com/office/officeart/2008/layout/LinedList"/>
    <dgm:cxn modelId="{640FF6BE-0F53-4FE9-AE04-C75762A5843E}" type="presOf" srcId="{2F481948-E2CB-4355-8797-EC24CB920F06}" destId="{039CBD0A-9A42-4993-9170-0B931375876A}" srcOrd="0" destOrd="0" presId="urn:microsoft.com/office/officeart/2008/layout/LinedList"/>
    <dgm:cxn modelId="{653824DD-2EAC-47BD-B04F-F6B2F0C8C97C}" srcId="{D024F69C-8D76-4580-843B-30F1BA738431}" destId="{2F481948-E2CB-4355-8797-EC24CB920F06}" srcOrd="4" destOrd="0" parTransId="{E8ADC259-66D2-4809-8C5B-013A8276A0D2}" sibTransId="{7D799711-0A5F-4B00-B258-0F0183857D93}"/>
    <dgm:cxn modelId="{21F240E5-FE93-48DA-9400-61C49BC8B079}" srcId="{D024F69C-8D76-4580-843B-30F1BA738431}" destId="{86FE4F14-78B3-49BA-AE12-2A3480CA439E}" srcOrd="2" destOrd="0" parTransId="{0E9896D6-DFE4-41A1-9BDF-7F49B91E8BFA}" sibTransId="{9120A77E-303B-4587-B9D2-8C030D69C72D}"/>
    <dgm:cxn modelId="{21F156EA-F98B-4CA0-B5DE-E31E840C4127}" srcId="{D024F69C-8D76-4580-843B-30F1BA738431}" destId="{E3C73086-CA0C-43E2-AC73-291273D1EF2E}" srcOrd="1" destOrd="0" parTransId="{FCDDB77F-9A9F-4992-87C1-A623E7DB035A}" sibTransId="{F7AED7E9-2E1B-45B5-9B94-0E895B62B391}"/>
    <dgm:cxn modelId="{A33A39F7-7AB5-48C3-9F03-0EBB85733619}" type="presOf" srcId="{129E8E56-1DD5-41EC-AC07-5B54D113F4E6}" destId="{5342FD80-8E6A-437A-B440-95A345E44870}" srcOrd="0" destOrd="0" presId="urn:microsoft.com/office/officeart/2008/layout/LinedList"/>
    <dgm:cxn modelId="{EDD67FCD-E89C-4529-8DF6-61F178812EA9}" type="presParOf" srcId="{26BD0CBC-DB18-4294-B116-DC0D231D403B}" destId="{8C2E5866-5273-4FF8-B247-8BB56A3C18B8}" srcOrd="0" destOrd="0" presId="urn:microsoft.com/office/officeart/2008/layout/LinedList"/>
    <dgm:cxn modelId="{CC449E5E-CC97-43DE-B085-2DAD43B9C1EB}" type="presParOf" srcId="{26BD0CBC-DB18-4294-B116-DC0D231D403B}" destId="{B9C9C530-78A6-46E5-8BDD-F542ADE9644B}" srcOrd="1" destOrd="0" presId="urn:microsoft.com/office/officeart/2008/layout/LinedList"/>
    <dgm:cxn modelId="{202C13C3-2F2F-4E44-888A-EA79EE5E677B}" type="presParOf" srcId="{B9C9C530-78A6-46E5-8BDD-F542ADE9644B}" destId="{5342FD80-8E6A-437A-B440-95A345E44870}" srcOrd="0" destOrd="0" presId="urn:microsoft.com/office/officeart/2008/layout/LinedList"/>
    <dgm:cxn modelId="{6B635C8D-3FE2-46BA-BCDA-D4DCFEAAE3D7}" type="presParOf" srcId="{B9C9C530-78A6-46E5-8BDD-F542ADE9644B}" destId="{137AF4CA-C24A-42D3-8E9C-D807FEEE5F81}" srcOrd="1" destOrd="0" presId="urn:microsoft.com/office/officeart/2008/layout/LinedList"/>
    <dgm:cxn modelId="{0EA26847-9E37-450D-ABB9-9A0FAA09A45A}" type="presParOf" srcId="{26BD0CBC-DB18-4294-B116-DC0D231D403B}" destId="{A491550B-C3C9-4EC2-9994-5192B771A0CD}" srcOrd="2" destOrd="0" presId="urn:microsoft.com/office/officeart/2008/layout/LinedList"/>
    <dgm:cxn modelId="{E605279E-365B-40E7-ABC9-D1254D3B27D7}" type="presParOf" srcId="{26BD0CBC-DB18-4294-B116-DC0D231D403B}" destId="{E0DBA25D-D283-4ED6-883C-A8CD42B0AA93}" srcOrd="3" destOrd="0" presId="urn:microsoft.com/office/officeart/2008/layout/LinedList"/>
    <dgm:cxn modelId="{6F2C7DD4-BAE3-42B7-A36C-6CD41BAFF596}" type="presParOf" srcId="{E0DBA25D-D283-4ED6-883C-A8CD42B0AA93}" destId="{E8965721-DECE-4684-A5B1-A35F64698EAC}" srcOrd="0" destOrd="0" presId="urn:microsoft.com/office/officeart/2008/layout/LinedList"/>
    <dgm:cxn modelId="{A3ACD622-EE30-4617-96B1-DD4DFD1B3F08}" type="presParOf" srcId="{E0DBA25D-D283-4ED6-883C-A8CD42B0AA93}" destId="{B1C1F779-3681-413A-BFE0-390E2A3AE603}" srcOrd="1" destOrd="0" presId="urn:microsoft.com/office/officeart/2008/layout/LinedList"/>
    <dgm:cxn modelId="{84F62C24-3122-417A-8439-0C5D959AF945}" type="presParOf" srcId="{26BD0CBC-DB18-4294-B116-DC0D231D403B}" destId="{6B2F3DA3-A9BF-4FFB-A055-86BAF0B82106}" srcOrd="4" destOrd="0" presId="urn:microsoft.com/office/officeart/2008/layout/LinedList"/>
    <dgm:cxn modelId="{AA54118D-EDFE-47A8-84E8-BE3D03F0FF12}" type="presParOf" srcId="{26BD0CBC-DB18-4294-B116-DC0D231D403B}" destId="{0C0A4220-60C9-42CC-B75A-57C2E3593D36}" srcOrd="5" destOrd="0" presId="urn:microsoft.com/office/officeart/2008/layout/LinedList"/>
    <dgm:cxn modelId="{69C75783-476C-42FF-AC06-FB4F30013686}" type="presParOf" srcId="{0C0A4220-60C9-42CC-B75A-57C2E3593D36}" destId="{AF1E9F25-359E-4E91-BB20-376DC4032FF4}" srcOrd="0" destOrd="0" presId="urn:microsoft.com/office/officeart/2008/layout/LinedList"/>
    <dgm:cxn modelId="{62CB91EE-E02B-449D-BFF4-EC4872BD1368}" type="presParOf" srcId="{0C0A4220-60C9-42CC-B75A-57C2E3593D36}" destId="{C495FD68-406B-4689-9DD2-F1602AAC0E6C}" srcOrd="1" destOrd="0" presId="urn:microsoft.com/office/officeart/2008/layout/LinedList"/>
    <dgm:cxn modelId="{48852F7C-59BB-44C8-AF72-10C5EFECCD2D}" type="presParOf" srcId="{26BD0CBC-DB18-4294-B116-DC0D231D403B}" destId="{EBE9CDB6-AFFE-4F1C-B09F-C095974E1EB5}" srcOrd="6" destOrd="0" presId="urn:microsoft.com/office/officeart/2008/layout/LinedList"/>
    <dgm:cxn modelId="{A1ED17D6-216E-41C9-9AB7-137A79451069}" type="presParOf" srcId="{26BD0CBC-DB18-4294-B116-DC0D231D403B}" destId="{A5EB3385-CE14-4BC9-AC0C-2D3D8549E63E}" srcOrd="7" destOrd="0" presId="urn:microsoft.com/office/officeart/2008/layout/LinedList"/>
    <dgm:cxn modelId="{991AF4C4-934F-4A1F-9433-E04927B675FB}" type="presParOf" srcId="{A5EB3385-CE14-4BC9-AC0C-2D3D8549E63E}" destId="{ED42ED75-6593-400E-AA2D-852D21838F5C}" srcOrd="0" destOrd="0" presId="urn:microsoft.com/office/officeart/2008/layout/LinedList"/>
    <dgm:cxn modelId="{E6B44369-3BC6-40F7-85D9-D1E4CC728F46}" type="presParOf" srcId="{A5EB3385-CE14-4BC9-AC0C-2D3D8549E63E}" destId="{094BD8D3-591C-4B1E-8161-31F9373FD0E5}" srcOrd="1" destOrd="0" presId="urn:microsoft.com/office/officeart/2008/layout/LinedList"/>
    <dgm:cxn modelId="{28493DCD-117D-4ED8-910D-A6D51607A0ED}" type="presParOf" srcId="{26BD0CBC-DB18-4294-B116-DC0D231D403B}" destId="{E4BBC831-9952-48B5-9925-E714EA7E1200}" srcOrd="8" destOrd="0" presId="urn:microsoft.com/office/officeart/2008/layout/LinedList"/>
    <dgm:cxn modelId="{60E2738B-F92D-42EE-9ECA-EF80FB6B9E71}" type="presParOf" srcId="{26BD0CBC-DB18-4294-B116-DC0D231D403B}" destId="{4AF78D3D-B5D8-4588-9474-D58ADC12D7A4}" srcOrd="9" destOrd="0" presId="urn:microsoft.com/office/officeart/2008/layout/LinedList"/>
    <dgm:cxn modelId="{5AA53F68-1547-4365-AA13-D6F50E0FF7FB}" type="presParOf" srcId="{4AF78D3D-B5D8-4588-9474-D58ADC12D7A4}" destId="{039CBD0A-9A42-4993-9170-0B931375876A}" srcOrd="0" destOrd="0" presId="urn:microsoft.com/office/officeart/2008/layout/LinedList"/>
    <dgm:cxn modelId="{FB051EFB-BDA1-456B-AC77-488DDC86D8FD}" type="presParOf" srcId="{4AF78D3D-B5D8-4588-9474-D58ADC12D7A4}" destId="{0953C03F-45D7-4B75-92C6-3B7DE3B3BDD1}" srcOrd="1" destOrd="0" presId="urn:microsoft.com/office/officeart/2008/layout/LinedList"/>
    <dgm:cxn modelId="{8B005A8D-DB9E-4F4F-9C97-232818CE481C}" type="presParOf" srcId="{26BD0CBC-DB18-4294-B116-DC0D231D403B}" destId="{83F72342-AE4F-436D-B85D-78AD34A37E1A}" srcOrd="10" destOrd="0" presId="urn:microsoft.com/office/officeart/2008/layout/LinedList"/>
    <dgm:cxn modelId="{C6547B3F-5AFB-4D5D-A984-008C7E16F59D}" type="presParOf" srcId="{26BD0CBC-DB18-4294-B116-DC0D231D403B}" destId="{6A36D206-9402-42A8-923E-6B271B9C0CB5}" srcOrd="11" destOrd="0" presId="urn:microsoft.com/office/officeart/2008/layout/LinedList"/>
    <dgm:cxn modelId="{6A6D973D-B4EC-453A-AB5E-FC73D96B4C9F}" type="presParOf" srcId="{6A36D206-9402-42A8-923E-6B271B9C0CB5}" destId="{93FCCC6C-0512-4598-BB23-73B3D4A637B6}" srcOrd="0" destOrd="0" presId="urn:microsoft.com/office/officeart/2008/layout/LinedList"/>
    <dgm:cxn modelId="{0E10C9EF-CD30-4F8D-BA68-8654F7520438}" type="presParOf" srcId="{6A36D206-9402-42A8-923E-6B271B9C0CB5}" destId="{CB06244F-3FBC-411E-9F42-3141B006D11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2E5866-5273-4FF8-B247-8BB56A3C18B8}">
      <dsp:nvSpPr>
        <dsp:cNvPr id="0" name=""/>
        <dsp:cNvSpPr/>
      </dsp:nvSpPr>
      <dsp:spPr>
        <a:xfrm>
          <a:off x="0" y="2495"/>
          <a:ext cx="7216416"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42FD80-8E6A-437A-B440-95A345E44870}">
      <dsp:nvSpPr>
        <dsp:cNvPr id="0" name=""/>
        <dsp:cNvSpPr/>
      </dsp:nvSpPr>
      <dsp:spPr>
        <a:xfrm>
          <a:off x="0" y="2495"/>
          <a:ext cx="7216416" cy="851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rtl="0">
            <a:lnSpc>
              <a:spcPct val="90000"/>
            </a:lnSpc>
            <a:spcBef>
              <a:spcPct val="0"/>
            </a:spcBef>
            <a:spcAft>
              <a:spcPct val="35000"/>
            </a:spcAft>
            <a:buNone/>
          </a:pPr>
          <a:r>
            <a:rPr lang="en-US" sz="3900" kern="1200">
              <a:latin typeface="Grandview Display"/>
            </a:rPr>
            <a:t>Concept Case</a:t>
          </a:r>
          <a:endParaRPr lang="en-US" sz="3900" kern="1200"/>
        </a:p>
      </dsp:txBody>
      <dsp:txXfrm>
        <a:off x="0" y="2495"/>
        <a:ext cx="7216416" cy="851044"/>
      </dsp:txXfrm>
    </dsp:sp>
    <dsp:sp modelId="{A491550B-C3C9-4EC2-9994-5192B771A0CD}">
      <dsp:nvSpPr>
        <dsp:cNvPr id="0" name=""/>
        <dsp:cNvSpPr/>
      </dsp:nvSpPr>
      <dsp:spPr>
        <a:xfrm>
          <a:off x="0" y="853540"/>
          <a:ext cx="7216416" cy="0"/>
        </a:xfrm>
        <a:prstGeom prst="line">
          <a:avLst/>
        </a:prstGeom>
        <a:solidFill>
          <a:schemeClr val="accent5">
            <a:hueOff val="1802159"/>
            <a:satOff val="-4508"/>
            <a:lumOff val="-4902"/>
            <a:alphaOff val="0"/>
          </a:schemeClr>
        </a:solidFill>
        <a:ln w="12700" cap="flat" cmpd="sng" algn="ctr">
          <a:solidFill>
            <a:schemeClr val="accent5">
              <a:hueOff val="1802159"/>
              <a:satOff val="-4508"/>
              <a:lumOff val="-49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965721-DECE-4684-A5B1-A35F64698EAC}">
      <dsp:nvSpPr>
        <dsp:cNvPr id="0" name=""/>
        <dsp:cNvSpPr/>
      </dsp:nvSpPr>
      <dsp:spPr>
        <a:xfrm>
          <a:off x="0" y="853540"/>
          <a:ext cx="7216416" cy="851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t>Tools</a:t>
          </a:r>
        </a:p>
      </dsp:txBody>
      <dsp:txXfrm>
        <a:off x="0" y="853540"/>
        <a:ext cx="7216416" cy="851044"/>
      </dsp:txXfrm>
    </dsp:sp>
    <dsp:sp modelId="{6B2F3DA3-A9BF-4FFB-A055-86BAF0B82106}">
      <dsp:nvSpPr>
        <dsp:cNvPr id="0" name=""/>
        <dsp:cNvSpPr/>
      </dsp:nvSpPr>
      <dsp:spPr>
        <a:xfrm>
          <a:off x="0" y="1704585"/>
          <a:ext cx="7216416" cy="0"/>
        </a:xfrm>
        <a:prstGeom prst="line">
          <a:avLst/>
        </a:prstGeom>
        <a:solidFill>
          <a:schemeClr val="accent5">
            <a:hueOff val="3604318"/>
            <a:satOff val="-9016"/>
            <a:lumOff val="-9804"/>
            <a:alphaOff val="0"/>
          </a:schemeClr>
        </a:solidFill>
        <a:ln w="12700" cap="flat" cmpd="sng" algn="ctr">
          <a:solidFill>
            <a:schemeClr val="accent5">
              <a:hueOff val="3604318"/>
              <a:satOff val="-9016"/>
              <a:lumOff val="-980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1E9F25-359E-4E91-BB20-376DC4032FF4}">
      <dsp:nvSpPr>
        <dsp:cNvPr id="0" name=""/>
        <dsp:cNvSpPr/>
      </dsp:nvSpPr>
      <dsp:spPr>
        <a:xfrm>
          <a:off x="0" y="1704585"/>
          <a:ext cx="7216416" cy="851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latin typeface="Grandview Display"/>
            </a:rPr>
            <a:t>Analysis</a:t>
          </a:r>
          <a:endParaRPr lang="en-US" sz="3900" kern="1200"/>
        </a:p>
      </dsp:txBody>
      <dsp:txXfrm>
        <a:off x="0" y="1704585"/>
        <a:ext cx="7216416" cy="851044"/>
      </dsp:txXfrm>
    </dsp:sp>
    <dsp:sp modelId="{EBE9CDB6-AFFE-4F1C-B09F-C095974E1EB5}">
      <dsp:nvSpPr>
        <dsp:cNvPr id="0" name=""/>
        <dsp:cNvSpPr/>
      </dsp:nvSpPr>
      <dsp:spPr>
        <a:xfrm>
          <a:off x="0" y="2555630"/>
          <a:ext cx="7216416" cy="0"/>
        </a:xfrm>
        <a:prstGeom prst="line">
          <a:avLst/>
        </a:prstGeom>
        <a:solidFill>
          <a:schemeClr val="accent5">
            <a:hueOff val="5406476"/>
            <a:satOff val="-13523"/>
            <a:lumOff val="-14706"/>
            <a:alphaOff val="0"/>
          </a:schemeClr>
        </a:solidFill>
        <a:ln w="12700" cap="flat" cmpd="sng" algn="ctr">
          <a:solidFill>
            <a:schemeClr val="accent5">
              <a:hueOff val="5406476"/>
              <a:satOff val="-13523"/>
              <a:lumOff val="-147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42ED75-6593-400E-AA2D-852D21838F5C}">
      <dsp:nvSpPr>
        <dsp:cNvPr id="0" name=""/>
        <dsp:cNvSpPr/>
      </dsp:nvSpPr>
      <dsp:spPr>
        <a:xfrm>
          <a:off x="0" y="2555630"/>
          <a:ext cx="7216416" cy="851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latin typeface="Grandview Display"/>
            </a:rPr>
            <a:t>Results</a:t>
          </a:r>
          <a:endParaRPr lang="en-US" sz="3900" kern="1200"/>
        </a:p>
      </dsp:txBody>
      <dsp:txXfrm>
        <a:off x="0" y="2555630"/>
        <a:ext cx="7216416" cy="851044"/>
      </dsp:txXfrm>
    </dsp:sp>
    <dsp:sp modelId="{E4BBC831-9952-48B5-9925-E714EA7E1200}">
      <dsp:nvSpPr>
        <dsp:cNvPr id="0" name=""/>
        <dsp:cNvSpPr/>
      </dsp:nvSpPr>
      <dsp:spPr>
        <a:xfrm>
          <a:off x="0" y="3406674"/>
          <a:ext cx="7216416" cy="0"/>
        </a:xfrm>
        <a:prstGeom prst="line">
          <a:avLst/>
        </a:prstGeom>
        <a:solidFill>
          <a:schemeClr val="accent5">
            <a:hueOff val="7208635"/>
            <a:satOff val="-18031"/>
            <a:lumOff val="-19608"/>
            <a:alphaOff val="0"/>
          </a:schemeClr>
        </a:solidFill>
        <a:ln w="12700" cap="flat" cmpd="sng" algn="ctr">
          <a:solidFill>
            <a:schemeClr val="accent5">
              <a:hueOff val="7208635"/>
              <a:satOff val="-18031"/>
              <a:lumOff val="-1960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9CBD0A-9A42-4993-9170-0B931375876A}">
      <dsp:nvSpPr>
        <dsp:cNvPr id="0" name=""/>
        <dsp:cNvSpPr/>
      </dsp:nvSpPr>
      <dsp:spPr>
        <a:xfrm>
          <a:off x="0" y="3406674"/>
          <a:ext cx="7216416" cy="851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t>Roles</a:t>
          </a:r>
        </a:p>
      </dsp:txBody>
      <dsp:txXfrm>
        <a:off x="0" y="3406674"/>
        <a:ext cx="7216416" cy="851044"/>
      </dsp:txXfrm>
    </dsp:sp>
    <dsp:sp modelId="{83F72342-AE4F-436D-B85D-78AD34A37E1A}">
      <dsp:nvSpPr>
        <dsp:cNvPr id="0" name=""/>
        <dsp:cNvSpPr/>
      </dsp:nvSpPr>
      <dsp:spPr>
        <a:xfrm>
          <a:off x="0" y="4257719"/>
          <a:ext cx="7216416" cy="0"/>
        </a:xfrm>
        <a:prstGeom prst="line">
          <a:avLst/>
        </a:prstGeom>
        <a:solidFill>
          <a:schemeClr val="accent5">
            <a:hueOff val="9010794"/>
            <a:satOff val="-22539"/>
            <a:lumOff val="-24510"/>
            <a:alphaOff val="0"/>
          </a:schemeClr>
        </a:solidFill>
        <a:ln w="12700" cap="flat" cmpd="sng" algn="ctr">
          <a:solidFill>
            <a:schemeClr val="accent5">
              <a:hueOff val="9010794"/>
              <a:satOff val="-22539"/>
              <a:lumOff val="-2451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FCCC6C-0512-4598-BB23-73B3D4A637B6}">
      <dsp:nvSpPr>
        <dsp:cNvPr id="0" name=""/>
        <dsp:cNvSpPr/>
      </dsp:nvSpPr>
      <dsp:spPr>
        <a:xfrm>
          <a:off x="0" y="4257719"/>
          <a:ext cx="7216416" cy="851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t>References </a:t>
          </a:r>
        </a:p>
      </dsp:txBody>
      <dsp:txXfrm>
        <a:off x="0" y="4257719"/>
        <a:ext cx="7216416" cy="85104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12/11/25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73589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12/11/25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691801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12/11/25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1737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12/11/25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19704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12/11/25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95878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12/11/25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74914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12/11/25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35096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12/11/25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98290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12/11/25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18775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12/11/25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5758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12/11/25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460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12/11/25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362495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59A9681A-2486-4655-A876-E26402CA2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bstract smoke background">
            <a:extLst>
              <a:ext uri="{FF2B5EF4-FFF2-40B4-BE49-F238E27FC236}">
                <a16:creationId xmlns:a16="http://schemas.microsoft.com/office/drawing/2014/main" id="{204FC324-AC38-EE77-32F4-AD939D9052B4}"/>
              </a:ext>
            </a:extLst>
          </p:cNvPr>
          <p:cNvPicPr>
            <a:picLocks noChangeAspect="1"/>
          </p:cNvPicPr>
          <p:nvPr/>
        </p:nvPicPr>
        <p:blipFill>
          <a:blip r:embed="rId2">
            <a:alphaModFix/>
          </a:blip>
          <a:srcRect t="6492" b="8923"/>
          <a:stretch>
            <a:fillRect/>
          </a:stretch>
        </p:blipFill>
        <p:spPr>
          <a:xfrm>
            <a:off x="2" y="152"/>
            <a:ext cx="12191998" cy="6857848"/>
          </a:xfrm>
          <a:prstGeom prst="rect">
            <a:avLst/>
          </a:prstGeom>
        </p:spPr>
      </p:pic>
      <p:sp>
        <p:nvSpPr>
          <p:cNvPr id="37" name="Rectangle 36">
            <a:extLst>
              <a:ext uri="{FF2B5EF4-FFF2-40B4-BE49-F238E27FC236}">
                <a16:creationId xmlns:a16="http://schemas.microsoft.com/office/drawing/2014/main" id="{C9BB6818-31C2-4340-98F8-64FF7F46A4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9FF9B0-62DF-EFAD-4687-458371E975FD}"/>
              </a:ext>
            </a:extLst>
          </p:cNvPr>
          <p:cNvSpPr>
            <a:spLocks noGrp="1"/>
          </p:cNvSpPr>
          <p:nvPr>
            <p:ph type="ctrTitle"/>
          </p:nvPr>
        </p:nvSpPr>
        <p:spPr>
          <a:xfrm>
            <a:off x="640080" y="1371600"/>
            <a:ext cx="5758629" cy="2696866"/>
          </a:xfrm>
        </p:spPr>
        <p:txBody>
          <a:bodyPr anchor="t">
            <a:normAutofit/>
          </a:bodyPr>
          <a:lstStyle/>
          <a:p>
            <a:r>
              <a:rPr lang="en-US">
                <a:solidFill>
                  <a:srgbClr val="FFFFFF"/>
                </a:solidFill>
              </a:rPr>
              <a:t>Mobile forensics investigation:</a:t>
            </a:r>
            <a:br>
              <a:rPr lang="en-US">
                <a:solidFill>
                  <a:srgbClr val="FFFFFF"/>
                </a:solidFill>
              </a:rPr>
            </a:br>
            <a:r>
              <a:rPr lang="en-US">
                <a:solidFill>
                  <a:srgbClr val="FFFFFF"/>
                </a:solidFill>
              </a:rPr>
              <a:t>Stalker Location</a:t>
            </a:r>
          </a:p>
        </p:txBody>
      </p:sp>
      <p:sp>
        <p:nvSpPr>
          <p:cNvPr id="3" name="Subtitle 2">
            <a:extLst>
              <a:ext uri="{FF2B5EF4-FFF2-40B4-BE49-F238E27FC236}">
                <a16:creationId xmlns:a16="http://schemas.microsoft.com/office/drawing/2014/main" id="{7A581027-ABC0-37BA-66E6-C9789A2314D8}"/>
              </a:ext>
            </a:extLst>
          </p:cNvPr>
          <p:cNvSpPr>
            <a:spLocks noGrp="1"/>
          </p:cNvSpPr>
          <p:nvPr>
            <p:ph type="subTitle" idx="1"/>
          </p:nvPr>
        </p:nvSpPr>
        <p:spPr>
          <a:xfrm>
            <a:off x="640080" y="4584879"/>
            <a:ext cx="6402572" cy="1287887"/>
          </a:xfrm>
        </p:spPr>
        <p:txBody>
          <a:bodyPr anchor="b">
            <a:normAutofit/>
          </a:bodyPr>
          <a:lstStyle/>
          <a:p>
            <a:r>
              <a:rPr lang="en-US" dirty="0">
                <a:solidFill>
                  <a:srgbClr val="FFFFFF"/>
                </a:solidFill>
              </a:rPr>
              <a:t>By Michael, Zamarah, Joseph</a:t>
            </a:r>
          </a:p>
        </p:txBody>
      </p:sp>
      <p:cxnSp>
        <p:nvCxnSpPr>
          <p:cNvPr id="38" name="Straight Connector 37">
            <a:extLst>
              <a:ext uri="{FF2B5EF4-FFF2-40B4-BE49-F238E27FC236}">
                <a16:creationId xmlns:a16="http://schemas.microsoft.com/office/drawing/2014/main" id="{F0CE0765-E93C-4D37-9D5F-D464EFB10F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207768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31AACCD-147D-6D21-319C-61F6F1E3A992}"/>
              </a:ext>
            </a:extLst>
          </p:cNvPr>
          <p:cNvSpPr>
            <a:spLocks noGrp="1"/>
          </p:cNvSpPr>
          <p:nvPr>
            <p:ph type="title"/>
          </p:nvPr>
        </p:nvSpPr>
        <p:spPr>
          <a:xfrm>
            <a:off x="640080" y="914399"/>
            <a:ext cx="3000587" cy="4160520"/>
          </a:xfrm>
        </p:spPr>
        <p:txBody>
          <a:bodyPr anchor="t">
            <a:normAutofit/>
          </a:bodyPr>
          <a:lstStyle/>
          <a:p>
            <a:r>
              <a:rPr lang="en-US" sz="3600"/>
              <a:t>Table of context</a:t>
            </a:r>
          </a:p>
        </p:txBody>
      </p:sp>
      <p:cxnSp>
        <p:nvCxnSpPr>
          <p:cNvPr id="14" name="Straight Connector 13">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15" name="Content Placeholder 2">
            <a:extLst>
              <a:ext uri="{FF2B5EF4-FFF2-40B4-BE49-F238E27FC236}">
                <a16:creationId xmlns:a16="http://schemas.microsoft.com/office/drawing/2014/main" id="{479C78D9-2322-97F3-9897-02D8F8C611EC}"/>
              </a:ext>
            </a:extLst>
          </p:cNvPr>
          <p:cNvGraphicFramePr>
            <a:graphicFrameLocks noGrp="1"/>
          </p:cNvGraphicFramePr>
          <p:nvPr>
            <p:ph idx="1"/>
            <p:extLst>
              <p:ext uri="{D42A27DB-BD31-4B8C-83A1-F6EECF244321}">
                <p14:modId xmlns:p14="http://schemas.microsoft.com/office/powerpoint/2010/main" val="569594582"/>
              </p:ext>
            </p:extLst>
          </p:nvPr>
        </p:nvGraphicFramePr>
        <p:xfrm>
          <a:off x="4303332" y="891606"/>
          <a:ext cx="7216416" cy="51112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75252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540A377-A51F-AF9D-5839-1235E9FCFD42}"/>
              </a:ext>
            </a:extLst>
          </p:cNvPr>
          <p:cNvSpPr>
            <a:spLocks noGrp="1"/>
          </p:cNvSpPr>
          <p:nvPr>
            <p:ph type="title"/>
          </p:nvPr>
        </p:nvSpPr>
        <p:spPr>
          <a:xfrm>
            <a:off x="640080" y="914399"/>
            <a:ext cx="4425406" cy="5021967"/>
          </a:xfrm>
        </p:spPr>
        <p:txBody>
          <a:bodyPr vert="horz" lIns="91440" tIns="45720" rIns="91440" bIns="45720" rtlCol="0" anchor="t">
            <a:normAutofit/>
          </a:bodyPr>
          <a:lstStyle/>
          <a:p>
            <a:r>
              <a:rPr lang="en-US" sz="4800"/>
              <a:t>Concept case</a:t>
            </a:r>
          </a:p>
        </p:txBody>
      </p:sp>
      <p:sp>
        <p:nvSpPr>
          <p:cNvPr id="7" name="Content Placeholder 2">
            <a:extLst>
              <a:ext uri="{FF2B5EF4-FFF2-40B4-BE49-F238E27FC236}">
                <a16:creationId xmlns:a16="http://schemas.microsoft.com/office/drawing/2014/main" id="{DAD09C9C-6AEB-4700-3608-7E91F070FBA2}"/>
              </a:ext>
            </a:extLst>
          </p:cNvPr>
          <p:cNvSpPr txBox="1">
            <a:spLocks/>
          </p:cNvSpPr>
          <p:nvPr/>
        </p:nvSpPr>
        <p:spPr>
          <a:xfrm>
            <a:off x="5878286" y="1052945"/>
            <a:ext cx="5652723" cy="5247269"/>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900" dirty="0"/>
              <a:t>This investigation is bases on a scenario where a victim's information has been stolen, which include images, files, web history, and contacts. The stalker has deliberately threatened to leak information to the internet. There has been calls and messages exchange between victim and stalker. The investigation team was able to acquire the stalker phone and extract the android image. </a:t>
            </a:r>
          </a:p>
          <a:p>
            <a:r>
              <a:rPr lang="en-US" sz="1900" dirty="0"/>
              <a:t>Mobile devices such as tablets and cellphones contain large amount of personal data. </a:t>
            </a:r>
          </a:p>
          <a:p>
            <a:r>
              <a:rPr lang="en-US" sz="1900" dirty="0"/>
              <a:t>Data includes location, contact info, IP address, mac address, bank account info, personal items </a:t>
            </a:r>
          </a:p>
        </p:txBody>
      </p:sp>
      <p:cxnSp>
        <p:nvCxnSpPr>
          <p:cNvPr id="14" name="Straight Connector 13">
            <a:extLst>
              <a:ext uri="{FF2B5EF4-FFF2-40B4-BE49-F238E27FC236}">
                <a16:creationId xmlns:a16="http://schemas.microsoft.com/office/drawing/2014/main" id="{B209265E-E0D7-493B-97CE-2263D50C3F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6274602"/>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6759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7502BE-1155-79FE-1A27-78511CBF9BFA}"/>
              </a:ext>
            </a:extLst>
          </p:cNvPr>
          <p:cNvSpPr>
            <a:spLocks noGrp="1"/>
          </p:cNvSpPr>
          <p:nvPr>
            <p:ph type="title"/>
          </p:nvPr>
        </p:nvSpPr>
        <p:spPr>
          <a:xfrm>
            <a:off x="640080" y="1371600"/>
            <a:ext cx="5737859" cy="1097280"/>
          </a:xfrm>
        </p:spPr>
        <p:txBody>
          <a:bodyPr>
            <a:normAutofit/>
          </a:bodyPr>
          <a:lstStyle/>
          <a:p>
            <a:r>
              <a:rPr lang="en-US" dirty="0"/>
              <a:t>Mobile Forensics: Tools</a:t>
            </a:r>
          </a:p>
        </p:txBody>
      </p:sp>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E6DA9DA-D45A-7973-949E-764A8127C069}"/>
              </a:ext>
            </a:extLst>
          </p:cNvPr>
          <p:cNvSpPr>
            <a:spLocks noGrp="1"/>
          </p:cNvSpPr>
          <p:nvPr>
            <p:ph idx="1"/>
          </p:nvPr>
        </p:nvSpPr>
        <p:spPr>
          <a:xfrm>
            <a:off x="640080" y="2633236"/>
            <a:ext cx="5737860" cy="3666980"/>
          </a:xfrm>
        </p:spPr>
        <p:txBody>
          <a:bodyPr vert="horz" lIns="91440" tIns="45720" rIns="91440" bIns="45720" rtlCol="0" anchor="t">
            <a:normAutofit/>
          </a:bodyPr>
          <a:lstStyle/>
          <a:p>
            <a:pPr>
              <a:lnSpc>
                <a:spcPct val="110000"/>
              </a:lnSpc>
            </a:pPr>
            <a:r>
              <a:rPr lang="en-US" dirty="0">
                <a:ea typeface="+mn-lt"/>
                <a:cs typeface="+mn-lt"/>
              </a:rPr>
              <a:t>Objective: Data acquisition, </a:t>
            </a:r>
            <a:endParaRPr lang="en-US">
              <a:ea typeface="+mn-lt"/>
              <a:cs typeface="+mn-lt"/>
            </a:endParaRPr>
          </a:p>
          <a:p>
            <a:pPr>
              <a:lnSpc>
                <a:spcPct val="110000"/>
              </a:lnSpc>
            </a:pPr>
            <a:r>
              <a:rPr lang="en-US">
                <a:ea typeface="+mn-lt"/>
                <a:cs typeface="+mn-lt"/>
              </a:rPr>
              <a:t>Magnet Acquire</a:t>
            </a:r>
            <a:endParaRPr lang="en-US"/>
          </a:p>
          <a:p>
            <a:pPr>
              <a:lnSpc>
                <a:spcPct val="110000"/>
              </a:lnSpc>
            </a:pPr>
            <a:r>
              <a:rPr lang="en-US">
                <a:ea typeface="+mn-lt"/>
                <a:cs typeface="+mn-lt"/>
              </a:rPr>
              <a:t>7-Zip</a:t>
            </a:r>
          </a:p>
          <a:p>
            <a:pPr>
              <a:lnSpc>
                <a:spcPct val="110000"/>
              </a:lnSpc>
            </a:pPr>
            <a:r>
              <a:rPr lang="en-US">
                <a:ea typeface="+mn-lt"/>
                <a:cs typeface="+mn-lt"/>
              </a:rPr>
              <a:t>Autopsy</a:t>
            </a:r>
          </a:p>
          <a:p>
            <a:pPr>
              <a:lnSpc>
                <a:spcPct val="110000"/>
              </a:lnSpc>
            </a:pPr>
            <a:r>
              <a:rPr lang="en-US" dirty="0">
                <a:ea typeface="+mn-lt"/>
                <a:cs typeface="+mn-lt"/>
              </a:rPr>
              <a:t>FTK Imager</a:t>
            </a:r>
            <a:endParaRPr lang="en-US">
              <a:ea typeface="+mn-lt"/>
              <a:cs typeface="+mn-lt"/>
            </a:endParaRPr>
          </a:p>
          <a:p>
            <a:pPr>
              <a:lnSpc>
                <a:spcPct val="110000"/>
              </a:lnSpc>
            </a:pPr>
            <a:r>
              <a:rPr lang="en-US">
                <a:ea typeface="+mn-lt"/>
                <a:cs typeface="+mn-lt"/>
              </a:rPr>
              <a:t>Advance tools: </a:t>
            </a:r>
          </a:p>
          <a:p>
            <a:pPr>
              <a:lnSpc>
                <a:spcPct val="110000"/>
              </a:lnSpc>
            </a:pPr>
            <a:r>
              <a:rPr lang="en-US" err="1">
                <a:ea typeface="+mn-lt"/>
                <a:cs typeface="+mn-lt"/>
              </a:rPr>
              <a:t>Cellibate</a:t>
            </a:r>
          </a:p>
          <a:p>
            <a:pPr>
              <a:lnSpc>
                <a:spcPct val="110000"/>
              </a:lnSpc>
            </a:pPr>
            <a:r>
              <a:rPr lang="en-US">
                <a:ea typeface="+mn-lt"/>
                <a:cs typeface="+mn-lt"/>
              </a:rPr>
              <a:t>Oxygen Forensics </a:t>
            </a:r>
            <a:endParaRPr lang="en-US"/>
          </a:p>
        </p:txBody>
      </p:sp>
      <p:pic>
        <p:nvPicPr>
          <p:cNvPr id="6" name="Graphic 5" descr="Finger Print">
            <a:extLst>
              <a:ext uri="{FF2B5EF4-FFF2-40B4-BE49-F238E27FC236}">
                <a16:creationId xmlns:a16="http://schemas.microsoft.com/office/drawing/2014/main" id="{157EC9DF-5503-C765-1E18-FEE483E247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55179" y="1924386"/>
            <a:ext cx="4375829" cy="4375829"/>
          </a:xfrm>
          <a:prstGeom prst="rect">
            <a:avLst/>
          </a:prstGeom>
        </p:spPr>
      </p:pic>
    </p:spTree>
    <p:extLst>
      <p:ext uri="{BB962C8B-B14F-4D97-AF65-F5344CB8AC3E}">
        <p14:creationId xmlns:p14="http://schemas.microsoft.com/office/powerpoint/2010/main" val="4023932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B06D5-72B9-53CF-39E9-8446919E10B6}"/>
              </a:ext>
            </a:extLst>
          </p:cNvPr>
          <p:cNvSpPr>
            <a:spLocks noGrp="1"/>
          </p:cNvSpPr>
          <p:nvPr>
            <p:ph type="title"/>
          </p:nvPr>
        </p:nvSpPr>
        <p:spPr/>
        <p:txBody>
          <a:bodyPr/>
          <a:lstStyle/>
          <a:p>
            <a:r>
              <a:rPr lang="en-US" dirty="0"/>
              <a:t>Process</a:t>
            </a:r>
          </a:p>
        </p:txBody>
      </p:sp>
      <p:sp>
        <p:nvSpPr>
          <p:cNvPr id="3" name="Content Placeholder 2">
            <a:extLst>
              <a:ext uri="{FF2B5EF4-FFF2-40B4-BE49-F238E27FC236}">
                <a16:creationId xmlns:a16="http://schemas.microsoft.com/office/drawing/2014/main" id="{AF413250-A90B-C9ED-08D0-CC1F078FC87E}"/>
              </a:ext>
            </a:extLst>
          </p:cNvPr>
          <p:cNvSpPr>
            <a:spLocks noGrp="1"/>
          </p:cNvSpPr>
          <p:nvPr>
            <p:ph idx="1"/>
          </p:nvPr>
        </p:nvSpPr>
        <p:spPr/>
        <p:txBody>
          <a:bodyPr vert="horz" lIns="91440" tIns="45720" rIns="91440" bIns="45720" rtlCol="0" anchor="t">
            <a:normAutofit/>
          </a:bodyPr>
          <a:lstStyle/>
          <a:p>
            <a:r>
              <a:rPr lang="en-US">
                <a:ea typeface="+mn-lt"/>
                <a:cs typeface="+mn-lt"/>
              </a:rPr>
              <a:t>Identification – Verify the contents and ensure they have not been changed during the investigation. Use MD5 hashing algorithm.</a:t>
            </a:r>
            <a:endParaRPr lang="en-US"/>
          </a:p>
          <a:p>
            <a:r>
              <a:rPr lang="en-US">
                <a:ea typeface="+mn-lt"/>
                <a:cs typeface="+mn-lt"/>
              </a:rPr>
              <a:t>Acquisition - Decompress, extract using 7-zip and use image as a data source for autopsy.</a:t>
            </a:r>
          </a:p>
          <a:p>
            <a:r>
              <a:rPr lang="en-US">
                <a:ea typeface="+mn-lt"/>
                <a:cs typeface="+mn-lt"/>
              </a:rPr>
              <a:t>Examination – Examine collect data, artifacts and run keyword searches, this includes call logs, SMS messages, applications, and web history.</a:t>
            </a:r>
          </a:p>
          <a:p>
            <a:r>
              <a:rPr lang="en-US">
                <a:ea typeface="+mn-lt"/>
                <a:cs typeface="+mn-lt"/>
              </a:rPr>
              <a:t>Analysis – link patterns and structure a hypothesis base on interpterion of timestamps, call logs, and metadata.</a:t>
            </a:r>
          </a:p>
          <a:p>
            <a:r>
              <a:rPr lang="en-US">
                <a:ea typeface="+mn-lt"/>
                <a:cs typeface="+mn-lt"/>
              </a:rPr>
              <a:t>Reporting - create a clear and sound report based on findings and conclusion.</a:t>
            </a:r>
            <a:endParaRPr lang="en-US"/>
          </a:p>
        </p:txBody>
      </p:sp>
    </p:spTree>
    <p:extLst>
      <p:ext uri="{BB962C8B-B14F-4D97-AF65-F5344CB8AC3E}">
        <p14:creationId xmlns:p14="http://schemas.microsoft.com/office/powerpoint/2010/main" val="2602001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0CACC-E412-936D-7EBC-361E2BB08004}"/>
              </a:ext>
            </a:extLst>
          </p:cNvPr>
          <p:cNvSpPr>
            <a:spLocks noGrp="1"/>
          </p:cNvSpPr>
          <p:nvPr>
            <p:ph type="title"/>
          </p:nvPr>
        </p:nvSpPr>
        <p:spPr/>
        <p:txBody>
          <a:bodyPr/>
          <a:lstStyle/>
          <a:p>
            <a:r>
              <a:rPr lang="en-US"/>
              <a:t>Analysis</a:t>
            </a:r>
            <a:endParaRPr lang="en-US" dirty="0"/>
          </a:p>
        </p:txBody>
      </p:sp>
      <p:sp>
        <p:nvSpPr>
          <p:cNvPr id="3" name="Content Placeholder 2">
            <a:extLst>
              <a:ext uri="{FF2B5EF4-FFF2-40B4-BE49-F238E27FC236}">
                <a16:creationId xmlns:a16="http://schemas.microsoft.com/office/drawing/2014/main" id="{3808DE9F-A855-523B-7309-AEAB56D0AC8B}"/>
              </a:ext>
            </a:extLst>
          </p:cNvPr>
          <p:cNvSpPr>
            <a:spLocks noGrp="1"/>
          </p:cNvSpPr>
          <p:nvPr>
            <p:ph idx="1"/>
          </p:nvPr>
        </p:nvSpPr>
        <p:spPr>
          <a:xfrm>
            <a:off x="640080" y="2160193"/>
            <a:ext cx="10890928" cy="4039439"/>
          </a:xfrm>
        </p:spPr>
        <p:txBody>
          <a:bodyPr/>
          <a:lstStyle/>
          <a:p>
            <a:r>
              <a:rPr lang="en-US"/>
              <a:t>Autopsy used to analyze Android 13 forensic image</a:t>
            </a:r>
          </a:p>
          <a:p>
            <a:r>
              <a:rPr lang="en-US"/>
              <a:t>Extracted SMS, MMS, call logs, and contacts</a:t>
            </a:r>
          </a:p>
          <a:p>
            <a:r>
              <a:rPr lang="en-US"/>
              <a:t>Recovered images, documents, and deleted files</a:t>
            </a:r>
          </a:p>
          <a:p>
            <a:r>
              <a:rPr lang="en-US"/>
              <a:t>Examined browser history and downloads</a:t>
            </a:r>
          </a:p>
          <a:p>
            <a:r>
              <a:rPr lang="en-US"/>
              <a:t>Built timeline connecting communication, file access, and online activity</a:t>
            </a:r>
          </a:p>
        </p:txBody>
      </p:sp>
    </p:spTree>
    <p:extLst>
      <p:ext uri="{BB962C8B-B14F-4D97-AF65-F5344CB8AC3E}">
        <p14:creationId xmlns:p14="http://schemas.microsoft.com/office/powerpoint/2010/main" val="582492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77FF1D-8215-F9BC-6365-81C24918F370}"/>
              </a:ext>
            </a:extLst>
          </p:cNvPr>
          <p:cNvSpPr>
            <a:spLocks noGrp="1"/>
          </p:cNvSpPr>
          <p:nvPr>
            <p:ph type="title"/>
          </p:nvPr>
        </p:nvSpPr>
        <p:spPr>
          <a:xfrm>
            <a:off x="640080" y="1371600"/>
            <a:ext cx="4670661" cy="3030842"/>
          </a:xfrm>
        </p:spPr>
        <p:txBody>
          <a:bodyPr vert="horz" lIns="91440" tIns="45720" rIns="91440" bIns="45720" rtlCol="0" anchor="t">
            <a:normAutofit/>
          </a:bodyPr>
          <a:lstStyle/>
          <a:p>
            <a:r>
              <a:rPr lang="en-US" sz="5400" b="1" kern="1200">
                <a:solidFill>
                  <a:schemeClr val="tx1"/>
                </a:solidFill>
                <a:latin typeface="+mj-lt"/>
                <a:ea typeface="+mj-ea"/>
                <a:cs typeface="+mj-cs"/>
              </a:rPr>
              <a:t>Results</a:t>
            </a:r>
          </a:p>
        </p:txBody>
      </p:sp>
      <p:sp>
        <p:nvSpPr>
          <p:cNvPr id="3" name="Content Placeholder 2">
            <a:extLst>
              <a:ext uri="{FF2B5EF4-FFF2-40B4-BE49-F238E27FC236}">
                <a16:creationId xmlns:a16="http://schemas.microsoft.com/office/drawing/2014/main" id="{4F774A05-7F01-D917-4788-720B39C254BA}"/>
              </a:ext>
            </a:extLst>
          </p:cNvPr>
          <p:cNvSpPr>
            <a:spLocks noGrp="1"/>
          </p:cNvSpPr>
          <p:nvPr>
            <p:ph idx="1"/>
          </p:nvPr>
        </p:nvSpPr>
        <p:spPr>
          <a:xfrm>
            <a:off x="711966" y="2500163"/>
            <a:ext cx="6065264" cy="3372603"/>
          </a:xfrm>
        </p:spPr>
        <p:txBody>
          <a:bodyPr vert="horz" lIns="91440" tIns="45720" rIns="91440" bIns="45720" rtlCol="0" anchor="b">
            <a:normAutofit/>
          </a:bodyPr>
          <a:lstStyle/>
          <a:p>
            <a:pPr marL="0" indent="0">
              <a:lnSpc>
                <a:spcPct val="130000"/>
              </a:lnSpc>
              <a:buNone/>
            </a:pPr>
            <a:r>
              <a:rPr lang="en-US" sz="1800" b="1" spc="300"/>
              <a:t>Web history and cookies reveal website user has search however have no connection. </a:t>
            </a:r>
          </a:p>
          <a:p>
            <a:pPr marL="0" indent="0">
              <a:lnSpc>
                <a:spcPct val="130000"/>
              </a:lnSpc>
              <a:buNone/>
            </a:pPr>
            <a:r>
              <a:rPr lang="en-US" sz="1800" b="1" spc="300"/>
              <a:t>Messages and call logs linked 2 contracts which user call to and from. </a:t>
            </a:r>
          </a:p>
          <a:p>
            <a:pPr marL="0" indent="0">
              <a:lnSpc>
                <a:spcPct val="130000"/>
              </a:lnSpc>
              <a:buNone/>
            </a:pPr>
            <a:r>
              <a:rPr lang="en-US" sz="1800" b="1" spc="300"/>
              <a:t>User has multiple instant messaging apps, most uses is default messaging app and uses viber for call.</a:t>
            </a:r>
          </a:p>
        </p:txBody>
      </p:sp>
      <p:cxnSp>
        <p:nvCxnSpPr>
          <p:cNvPr id="13" name="Straight Connector 12">
            <a:extLst>
              <a:ext uri="{FF2B5EF4-FFF2-40B4-BE49-F238E27FC236}">
                <a16:creationId xmlns:a16="http://schemas.microsoft.com/office/drawing/2014/main" id="{D132AEA7-A24A-45A9-BF8F-D0AFF34DF6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 name="Picture 3" descr="A screenshot of a computer&#10;&#10;AI-generated content may be incorrect.">
            <a:extLst>
              <a:ext uri="{FF2B5EF4-FFF2-40B4-BE49-F238E27FC236}">
                <a16:creationId xmlns:a16="http://schemas.microsoft.com/office/drawing/2014/main" id="{8DB2289F-14DE-D44B-2592-742F59B69B12}"/>
              </a:ext>
            </a:extLst>
          </p:cNvPr>
          <p:cNvPicPr>
            <a:picLocks noChangeAspect="1"/>
          </p:cNvPicPr>
          <p:nvPr/>
        </p:nvPicPr>
        <p:blipFill>
          <a:blip r:embed="rId2"/>
          <a:srcRect l="506" t="3390" r="-506"/>
          <a:stretch>
            <a:fillRect/>
          </a:stretch>
        </p:blipFill>
        <p:spPr>
          <a:xfrm>
            <a:off x="7579025" y="-474444"/>
            <a:ext cx="4613037" cy="7331549"/>
          </a:xfrm>
          <a:prstGeom prst="rect">
            <a:avLst/>
          </a:prstGeom>
        </p:spPr>
      </p:pic>
    </p:spTree>
    <p:extLst>
      <p:ext uri="{BB962C8B-B14F-4D97-AF65-F5344CB8AC3E}">
        <p14:creationId xmlns:p14="http://schemas.microsoft.com/office/powerpoint/2010/main" val="2473949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7E89-1D18-3194-5546-00B7D0866B96}"/>
              </a:ext>
            </a:extLst>
          </p:cNvPr>
          <p:cNvSpPr>
            <a:spLocks noGrp="1"/>
          </p:cNvSpPr>
          <p:nvPr>
            <p:ph type="title"/>
          </p:nvPr>
        </p:nvSpPr>
        <p:spPr>
          <a:xfrm>
            <a:off x="640079" y="1371601"/>
            <a:ext cx="10890929" cy="930012"/>
          </a:xfrm>
        </p:spPr>
        <p:txBody>
          <a:bodyPr/>
          <a:lstStyle/>
          <a:p>
            <a:r>
              <a:rPr lang="en-US"/>
              <a:t>Relevance and Examples</a:t>
            </a:r>
            <a:endParaRPr lang="en-US" dirty="0"/>
          </a:p>
        </p:txBody>
      </p:sp>
      <p:sp>
        <p:nvSpPr>
          <p:cNvPr id="3" name="Content Placeholder 2">
            <a:extLst>
              <a:ext uri="{FF2B5EF4-FFF2-40B4-BE49-F238E27FC236}">
                <a16:creationId xmlns:a16="http://schemas.microsoft.com/office/drawing/2014/main" id="{DCF563E8-27A3-A239-521B-F12AC17C78C5}"/>
              </a:ext>
            </a:extLst>
          </p:cNvPr>
          <p:cNvSpPr>
            <a:spLocks noGrp="1"/>
          </p:cNvSpPr>
          <p:nvPr>
            <p:ph idx="1"/>
          </p:nvPr>
        </p:nvSpPr>
        <p:spPr>
          <a:xfrm>
            <a:off x="640080" y="2633472"/>
            <a:ext cx="5441910" cy="3566160"/>
          </a:xfrm>
        </p:spPr>
        <p:txBody>
          <a:bodyPr vert="horz" lIns="91440" tIns="45720" rIns="91440" bIns="45720" rtlCol="0" anchor="t">
            <a:normAutofit/>
          </a:bodyPr>
          <a:lstStyle/>
          <a:p>
            <a:r>
              <a:rPr lang="en-US"/>
              <a:t>What we are doing is important because everyone is on their phone at least once a day and have everything on it from their bank information to confidential information. It is something we use every day, and the information can be taken every easy if not protected properly. </a:t>
            </a:r>
          </a:p>
          <a:p>
            <a:endParaRPr lang="en-US"/>
          </a:p>
          <a:p>
            <a:endParaRPr lang="en-US"/>
          </a:p>
        </p:txBody>
      </p:sp>
      <p:sp>
        <p:nvSpPr>
          <p:cNvPr id="5" name="Content Placeholder 2">
            <a:extLst>
              <a:ext uri="{FF2B5EF4-FFF2-40B4-BE49-F238E27FC236}">
                <a16:creationId xmlns:a16="http://schemas.microsoft.com/office/drawing/2014/main" id="{0C52A517-AECF-B4DC-8ACA-454F7C93C99E}"/>
              </a:ext>
            </a:extLst>
          </p:cNvPr>
          <p:cNvSpPr txBox="1">
            <a:spLocks/>
          </p:cNvSpPr>
          <p:nvPr/>
        </p:nvSpPr>
        <p:spPr>
          <a:xfrm>
            <a:off x="6399649" y="341721"/>
            <a:ext cx="5111231" cy="5852160"/>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p>
          <a:p>
            <a:r>
              <a:rPr lang="en-US"/>
              <a:t>David Heisler – Kidnapping/Murder: His body was found badly decomposed and as electronic device found on crime scene then was used to find the last three of his killers and abductors</a:t>
            </a:r>
          </a:p>
          <a:p>
            <a:r>
              <a:rPr lang="en-US"/>
              <a:t>Aggravated Arson &amp; Murder: John Williams was killed by his husband in a house fire. His husband later pleaded guilty due to the information found from some electronic devices that were found on the scene</a:t>
            </a:r>
          </a:p>
          <a:p>
            <a:r>
              <a:rPr lang="en-US"/>
              <a:t> Attempted Murder: Two teenage boys tried to kill a teenage girl because he was ”tired” of her. They were found out by broken devices that were broken by one of the boys</a:t>
            </a:r>
            <a:endParaRPr lang="en-US">
              <a:highlight>
                <a:srgbClr val="FFFF00"/>
              </a:highlight>
            </a:endParaRPr>
          </a:p>
          <a:p>
            <a:r>
              <a:rPr lang="en-US">
                <a:solidFill>
                  <a:srgbClr val="000000"/>
                </a:solidFill>
              </a:rPr>
              <a:t>All cases were helped by Utah Tech University’s Digital Forensics Crime Lab</a:t>
            </a:r>
          </a:p>
          <a:p>
            <a:endParaRPr lang="en-US"/>
          </a:p>
          <a:p>
            <a:endParaRPr lang="en-US"/>
          </a:p>
          <a:p>
            <a:endParaRPr lang="en-US"/>
          </a:p>
        </p:txBody>
      </p:sp>
    </p:spTree>
    <p:extLst>
      <p:ext uri="{BB962C8B-B14F-4D97-AF65-F5344CB8AC3E}">
        <p14:creationId xmlns:p14="http://schemas.microsoft.com/office/powerpoint/2010/main" val="2283619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122D6-CBC3-91FD-85A8-232FDAD67369}"/>
              </a:ext>
            </a:extLst>
          </p:cNvPr>
          <p:cNvSpPr>
            <a:spLocks noGrp="1"/>
          </p:cNvSpPr>
          <p:nvPr>
            <p:ph type="title"/>
          </p:nvPr>
        </p:nvSpPr>
        <p:spPr>
          <a:xfrm>
            <a:off x="650535" y="2880360"/>
            <a:ext cx="10890929" cy="1097280"/>
          </a:xfrm>
        </p:spPr>
        <p:txBody>
          <a:bodyPr anchor="ctr"/>
          <a:lstStyle/>
          <a:p>
            <a:pPr algn="ctr"/>
            <a:r>
              <a:rPr lang="en-US"/>
              <a:t>Questions</a:t>
            </a:r>
          </a:p>
        </p:txBody>
      </p:sp>
    </p:spTree>
    <p:extLst>
      <p:ext uri="{BB962C8B-B14F-4D97-AF65-F5344CB8AC3E}">
        <p14:creationId xmlns:p14="http://schemas.microsoft.com/office/powerpoint/2010/main" val="877776816"/>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6A1265C9B2B7A458DE0FE58C415AB52" ma:contentTypeVersion="13" ma:contentTypeDescription="Create a new document." ma:contentTypeScope="" ma:versionID="ca29144d25417ddf53a4f89eb37e75e5">
  <xsd:schema xmlns:xsd="http://www.w3.org/2001/XMLSchema" xmlns:xs="http://www.w3.org/2001/XMLSchema" xmlns:p="http://schemas.microsoft.com/office/2006/metadata/properties" xmlns:ns3="cbee8335-d94b-4361-a86f-5817a8ebb045" xmlns:ns4="d79286e3-aa82-40de-9051-fb0ce2ad6a93" targetNamespace="http://schemas.microsoft.com/office/2006/metadata/properties" ma:root="true" ma:fieldsID="9f640b2b15189dd7af42b9c7a71c029a" ns3:_="" ns4:_="">
    <xsd:import namespace="cbee8335-d94b-4361-a86f-5817a8ebb045"/>
    <xsd:import namespace="d79286e3-aa82-40de-9051-fb0ce2ad6a93"/>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_activity"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ee8335-d94b-4361-a86f-5817a8ebb0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_activity" ma:index="11" nillable="true" ma:displayName="_activity" ma:hidden="true" ma:internalName="_activity">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79286e3-aa82-40de-9051-fb0ce2ad6a93"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cbee8335-d94b-4361-a86f-5817a8ebb045" xsi:nil="true"/>
  </documentManagement>
</p:properties>
</file>

<file path=customXml/itemProps1.xml><?xml version="1.0" encoding="utf-8"?>
<ds:datastoreItem xmlns:ds="http://schemas.openxmlformats.org/officeDocument/2006/customXml" ds:itemID="{5D0D0A32-2D31-4A89-88D1-48929CD95D86}">
  <ds:schemaRefs>
    <ds:schemaRef ds:uri="http://schemas.microsoft.com/sharepoint/v3/contenttype/forms"/>
  </ds:schemaRefs>
</ds:datastoreItem>
</file>

<file path=customXml/itemProps2.xml><?xml version="1.0" encoding="utf-8"?>
<ds:datastoreItem xmlns:ds="http://schemas.openxmlformats.org/officeDocument/2006/customXml" ds:itemID="{A1F79139-FAAE-4355-80EB-85AE2537D66B}">
  <ds:schemaRefs>
    <ds:schemaRef ds:uri="cbee8335-d94b-4361-a86f-5817a8ebb045"/>
    <ds:schemaRef ds:uri="d79286e3-aa82-40de-9051-fb0ce2ad6a9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7543336F-0C22-44B4-A52C-32A089C4B328}">
  <ds:schemaRefs>
    <ds:schemaRef ds:uri="cbee8335-d94b-4361-a86f-5817a8ebb045"/>
    <ds:schemaRef ds:uri="http://schemas.microsoft.com/office/2006/documentManagement/types"/>
    <ds:schemaRef ds:uri="http://schemas.microsoft.com/office/infopath/2007/PartnerControls"/>
    <ds:schemaRef ds:uri="http://purl.org/dc/elements/1.1/"/>
    <ds:schemaRef ds:uri="http://www.w3.org/XML/1998/namespace"/>
    <ds:schemaRef ds:uri="http://purl.org/dc/terms/"/>
    <ds:schemaRef ds:uri="d79286e3-aa82-40de-9051-fb0ce2ad6a93"/>
    <ds:schemaRef ds:uri="http://schemas.microsoft.com/office/2006/metadata/propertie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TotalTime>
  <Words>511</Words>
  <Application>Microsoft Macintosh PowerPoint</Application>
  <PresentationFormat>Widescreen</PresentationFormat>
  <Paragraphs>47</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Grandview Display</vt:lpstr>
      <vt:lpstr>DashVTI</vt:lpstr>
      <vt:lpstr>Mobile forensics investigation: Stalker Location</vt:lpstr>
      <vt:lpstr>Table of context</vt:lpstr>
      <vt:lpstr>Concept case</vt:lpstr>
      <vt:lpstr>Mobile Forensics: Tools</vt:lpstr>
      <vt:lpstr>Process</vt:lpstr>
      <vt:lpstr>Analysis</vt:lpstr>
      <vt:lpstr>Results</vt:lpstr>
      <vt:lpstr>Relevance and Examples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Forensics</dc:title>
  <dc:creator>Roller, Michael J.</dc:creator>
  <cp:lastModifiedBy>Salinas, Zamarah J.</cp:lastModifiedBy>
  <cp:revision>145</cp:revision>
  <dcterms:created xsi:type="dcterms:W3CDTF">2025-11-18T21:35:30Z</dcterms:created>
  <dcterms:modified xsi:type="dcterms:W3CDTF">2025-12-11T19:40:28Z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0x01010046A1265C9B2B7A458DE0FE58C415AB52</vt:lpwstr>
  </property>
</Properties>
</file>